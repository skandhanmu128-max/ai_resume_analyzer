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AI Resume Analyzer &amp; Job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B6CB0"/>
                </a:solidFill>
              </a:defRPr>
            </a:pPr>
            <a:r>
              <a:t>Natural Language Processing (NLP) &amp; GenAI Career Advisor</a:t>
            </a:r>
          </a:p>
          <a:p/>
          <a:p>
            <a:r>
              <a:t>Presenter: Skandhan M U</a:t>
            </a:r>
          </a:p>
          <a:p>
            <a:r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Recruiters face overwhelming resume volumes leading to fatigue and error.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Traditional ATS platforms score resumes without providing actionable candidate feedback.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Job seekers lack personalized guides detailing missing skills and roadmap guidance.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Manual resume checks often carry cognitive biases.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Develop a parser for PDF and DOCX formats.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Clean and normalize resume text using spaCy and regex filters.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Extract technical competencies from a dictionary of 150+ skills.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Build a hybrid recommendation engine utilizing TF-IDF and Cosine Similarity.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Generate automatic multi-week learning roadmaps for missing requirements.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Integrate Google Gemini for career advisor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Document Parser: Handles file ingest and raw text extraction.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NLP Processor: Sanitization, tokenization, lemmatization.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Feature Extractor: Extracts skills with boundary checking.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Matching Engine: Calculates tf-idf weights and sets overlap scores.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Action/Advise Module: Prepares weekly roadmap and queries Gemini API.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Presentation Layer: Premium interactive Streamlit Dashboard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Core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Programming: Python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Frontend: Streamlit Framework (with custom glassmorphic styling)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Data Structures: Pandas, NumPy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NLP: spaCy (en_core_web_sm), Regex engines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Vectorization &amp; Similarity: Scikit-learn (TF-IDF, Cosine Similarity)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GenAI Advisor: Google Gemini-1.5-flash API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Report Modules: ReportLab &amp; python-pptx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Dataset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Skill Dictionary: 150+ skills categorized (AI/ML, DevOps, Databases, Soft Skills).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Job Profiles: 10 major roles (ML Engineer, Cloud Engineer, Software Engineer, etc.).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Profile Attributes: Required skills, experience level, recommended projects, education, difficulty, and standard paths.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Flexible Structure: CSV-driven for easy scaling and customization.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Text Sanitization and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Regex filters remove email addresses, phone formats, and web URLs.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Removes special characters while preserving C++, C#, and .NET constructs.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Tokenizes string blocks and matches lemmatized words.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Filters out standard English stop words to extract high-density keywords.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NLP Skill Extraction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Exact phrase matcher searches categorized skill dictionary.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Includes regex word boundary limits to avoid substring collisions.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Prevents double matching of sub-phrases (matching 'Deep Learning' first, then skipping 'Learning').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Separates extracted competencies into visual category domains.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Vector Matching: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Converts whole resume text and job roles specs into numerical arrays.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Term Frequency (TF) scores keyword frequency in the text.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Inverse Document Frequency (IDF) scales down common non-distinct keywords.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Captures contextual terminology overlaps that simple skill lists miss.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Vector Matching: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Computes the cosine of the angle between resume vectors and job vectors.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Independent of document length, focusing entirely on relative word densities.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Ensures high scores represent deep contextual correspondence.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Hybrid Recommendation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Score combination: Combined_Score = (0.40 * TF-IDF_Similarity) + (0.60 * Skill_Overlap_Ratio).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TF-IDF similarity captures overall experience descriptions.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Skill overlap ratio enforces the explicit checklist of required skills.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Result is mapped to a transparent 0-100% score 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Actionable Study Roadmaps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Computes difference set between required job skills and extracted resume skills.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Creates a step-by-step weekly study schedule.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Suggests specific documentation, GitHub pages, Coursera/Udemy search templates.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Embeds direct YouTube links for fast topic coverage.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Generative AI Advisor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Resume Summarizer: Synthesizes high-impact paragraphs from raw text.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ATS Feedback: Suggests structural improvements and metrics.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Interview Preparation: Generates tailored technical and behavioral questions.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Interactive: Powered dynamically by Google Gemini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Experimental Results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Verified using 20 test resumes.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High parsing accuracy for standard sections.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Extremely low rate of skill false-positives.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Successfully matched resumes to appropriate developer, data, and engineer tracks.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F172A"/>
                </a:solidFill>
              </a:defRPr>
            </a:pPr>
            <a:r>
              <a:t>Conclusion: Successfully built a modular, explainable career recommendation dashboard.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Future: Integrate real-time Web Scraping for job postings.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Future: Deploy semantic embeddings (e.g. SBERT) for deeper matching.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Future: Implement interactive web resume builder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